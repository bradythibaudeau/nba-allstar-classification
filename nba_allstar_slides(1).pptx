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921D3-BD70-38F7-ECFA-8CEDC47CC75F}" v="27" dt="2026-04-30T18:44:54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8A69B-26EE-4707-A27D-022B0E5DB1B3}" type="datetimeFigureOut"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E1E0A4-7794-4F30-B4BC-BF24FEFD0F3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89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0"/>
            <a:ext cx="5669280" cy="51435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365760"/>
            <a:ext cx="1645920" cy="1645920"/>
          </a:xfrm>
          <a:prstGeom prst="ellipse">
            <a:avLst/>
          </a:prstGeom>
          <a:solidFill>
            <a:srgbClr val="2E5FA3">
              <a:alpha val="60000"/>
            </a:srgbClr>
          </a:solidFill>
          <a:ln w="12700">
            <a:solidFill>
              <a:srgbClr val="2E5FA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011680"/>
            <a:ext cx="2194560" cy="2194560"/>
          </a:xfrm>
          <a:prstGeom prst="ellipse">
            <a:avLst/>
          </a:prstGeom>
          <a:solidFill>
            <a:srgbClr val="5B8FD4">
              <a:alpha val="45000"/>
            </a:srgbClr>
          </a:solidFill>
          <a:ln w="12700">
            <a:solidFill>
              <a:srgbClr val="5B8FD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3474720"/>
            <a:ext cx="1097280" cy="1097280"/>
          </a:xfrm>
          <a:prstGeom prst="ellipse">
            <a:avLst/>
          </a:prstGeom>
          <a:solidFill>
            <a:srgbClr val="E8972A">
              <a:alpha val="40000"/>
            </a:srgbClr>
          </a:solidFill>
          <a:ln w="12700">
            <a:solidFill>
              <a:srgbClr val="E8972A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7160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914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NBA All-Star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65760" y="1691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9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0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All-Star seasons from box score statistics</a:t>
            </a:r>
          </a:p>
          <a:p>
            <a:endParaRPr lang="en-US" sz="1500" i="1" dirty="0">
              <a:solidFill>
                <a:srgbClr val="D0D9EC"/>
              </a:solidFill>
              <a:ea typeface="Calibri"/>
              <a:cs typeface="Calibri"/>
            </a:endParaRPr>
          </a:p>
          <a:p>
            <a:r>
              <a:rPr lang="en-US" sz="1500" i="1">
                <a:solidFill>
                  <a:srgbClr val="D0D9EC"/>
                </a:solidFill>
                <a:ea typeface="Calibri"/>
                <a:cs typeface="Calibri"/>
              </a:rPr>
              <a:t>By: Brady Thibaudeau</a:t>
            </a:r>
            <a:endParaRPr lang="en-US" sz="1500" i="1" dirty="0">
              <a:solidFill>
                <a:srgbClr val="D0D9EC"/>
              </a:solidFill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74320" y="4023360"/>
            <a:ext cx="13716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4320" y="40599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13,246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7432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Seasons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91640" y="4023360"/>
            <a:ext cx="13716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691640" y="40599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9164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Seasons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108960" y="4023360"/>
            <a:ext cx="13716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108960" y="40599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10896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All-Stars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26280" y="4023360"/>
            <a:ext cx="1371600" cy="868680"/>
          </a:xfrm>
          <a:prstGeom prst="rect">
            <a:avLst/>
          </a:prstGeom>
          <a:solidFill>
            <a:srgbClr val="0D1F3C"/>
          </a:solidFill>
          <a:ln w="127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526280" y="40599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52628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Tested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0972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868680"/>
            <a:ext cx="402336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137160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63040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Stats API via nba_api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9385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463040" y="19385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0D1F3C"/>
                </a:solidFill>
                <a:latin typeface="Calibri"/>
                <a:ea typeface="Calibri"/>
                <a:cs typeface="Calibri"/>
              </a:rPr>
              <a:t>LeagueDashPlayerStats</a:t>
            </a:r>
            <a:r>
              <a:rPr lang="en-US" sz="1100" dirty="0">
                <a:solidFill>
                  <a:srgbClr val="0D1F3C"/>
                </a:solidFill>
                <a:latin typeface="Calibri"/>
                <a:ea typeface="Calibri"/>
                <a:cs typeface="Calibri"/>
              </a:rPr>
              <a:t> (From stats.nba.com)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250545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463040" y="250545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game averages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0723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463040" y="30723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1999-2000 through 2025-26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363931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463040" y="36393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ALL_STAR flag from All-Star game roster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0060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00600" y="868680"/>
            <a:ext cx="4023360" cy="347472"/>
          </a:xfrm>
          <a:prstGeom prst="rect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FEATURES KEPT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83480" y="1389888"/>
            <a:ext cx="128016" cy="128016"/>
          </a:xfrm>
          <a:prstGeom prst="ellipse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66360" y="1353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played, wins, losses, win 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83480" y="1837944"/>
            <a:ext cx="128016" cy="128016"/>
          </a:xfrm>
          <a:prstGeom prst="ellipse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66360" y="18013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game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983480" y="2286000"/>
            <a:ext cx="128016" cy="128016"/>
          </a:xfrm>
          <a:prstGeom prst="ellipse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66360" y="22494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FGM, FGA, FG%, 3PM, 3PA, 3P%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983480" y="2734056"/>
            <a:ext cx="128016" cy="128016"/>
          </a:xfrm>
          <a:prstGeom prst="ellipse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6636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FTM, FTA, FT%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983480" y="3182112"/>
            <a:ext cx="128016" cy="128016"/>
          </a:xfrm>
          <a:prstGeom prst="ellipse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66360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OREB, DREB, REB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983480" y="3630168"/>
            <a:ext cx="128016" cy="128016"/>
          </a:xfrm>
          <a:prstGeom prst="ellipse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66360" y="3593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AST, STL, BLK, TOV, PF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983480" y="4078224"/>
            <a:ext cx="128016" cy="128016"/>
          </a:xfrm>
          <a:prstGeom prst="ellipse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66360" y="4041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Plus/Minus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0972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8686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" y="1069848"/>
            <a:ext cx="694944" cy="694944"/>
          </a:xfrm>
          <a:prstGeom prst="ellipse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0698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4688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1999–00 to 2017–18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2018–19 to 2025–26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04872" y="8686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63240" y="1069848"/>
            <a:ext cx="694944" cy="694944"/>
          </a:xfrm>
          <a:prstGeom prst="ellipse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63240" y="10698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496312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496312" y="24688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~5% are All-Stars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class_weight balanced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35424" y="8686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93792" y="1069848"/>
            <a:ext cx="694944" cy="694944"/>
          </a:xfrm>
          <a:prstGeom prst="ellipse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93792" y="10698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626864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Tried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26864" y="24688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(depth 8)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(k=15, distance)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65976" y="86868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324344" y="1069848"/>
            <a:ext cx="694944" cy="694944"/>
          </a:xfrm>
          <a:prstGeom prst="ellipse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24344" y="10698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757416" y="1920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757416" y="246888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folds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on ROC-AUC,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Precision, F1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143000"/>
          </a:xfrm>
          <a:prstGeom prst="rect">
            <a:avLst/>
          </a:prstGeom>
          <a:solidFill>
            <a:srgbClr val="1A3260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972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API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4630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NBA Stats API is unofficial and rate limited. Requests timed out constantly. Needed exponential back-off retry logic and sleep pauses to complete the full 27-season pull.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8412480" cy="1143000"/>
          </a:xfrm>
          <a:prstGeom prst="rect">
            <a:avLst/>
          </a:prstGeom>
          <a:solidFill>
            <a:srgbClr val="1A3260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4231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" y="278892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All-Stars are only ~5% of rows. A model that predicts nobody is an All-Star gets 95% accuracy, making raw accuracy useless. Had to rely on ROC-AUC and Average Precision instead.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3657600"/>
            <a:ext cx="8412480" cy="1143000"/>
          </a:xfrm>
          <a:prstGeom prst="rect">
            <a:avLst/>
          </a:prstGeom>
          <a:solidFill>
            <a:srgbClr val="1A3260"/>
          </a:solidFill>
          <a:ln w="12700">
            <a:solidFill>
              <a:srgbClr val="2E5FA3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862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74904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False Positives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097280" y="411480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Embiid, LeBron, KD flagged at 99.99%+ confidence but labeled as non-All-Stars. Turns out these were real All-Star seasons where roster limits or injuries prevented selection.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0972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" y="868680"/>
            <a:ext cx="2560320" cy="1920240"/>
          </a:xfrm>
          <a:prstGeom prst="rect">
            <a:avLst/>
          </a:prstGeom>
          <a:solidFill>
            <a:srgbClr val="1A3260"/>
          </a:solidFill>
          <a:ln w="12700">
            <a:solidFill>
              <a:srgbClr val="1A32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005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89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0.976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32004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ROC-AUC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2304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914400"/>
          <a:ext cx="5715000" cy="18288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2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9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20040" y="2926080"/>
            <a:ext cx="8503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089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99923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57200" y="3401568"/>
            <a:ext cx="8321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won on ROC-AUC (0.976) and Avg Precision, but KNN scored highest on F1 (0.680) by balancing precision and recall better. The top false positives were legitimate All-Star caliber seasons from players like Embiid, LeBron, and KD who were left off due to injuries or roster limits, not model error.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A3260">
              <a:alpha val="70000"/>
            </a:srgbClr>
          </a:solidFill>
          <a:ln w="12700">
            <a:solidFill>
              <a:srgbClr val="1A3260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560320"/>
            <a:ext cx="2743200" cy="2743200"/>
          </a:xfrm>
          <a:prstGeom prst="ellipse">
            <a:avLst/>
          </a:prstGeom>
          <a:solidFill>
            <a:srgbClr val="2E5FA3">
              <a:alpha val="45000"/>
            </a:srgbClr>
          </a:solidFill>
          <a:ln w="12700">
            <a:solidFill>
              <a:srgbClr val="2E5FA3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972A"/>
          </a:solidFill>
          <a:ln w="12700">
            <a:solidFill>
              <a:srgbClr val="E8972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1945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13</cp:revision>
  <dcterms:created xsi:type="dcterms:W3CDTF">2026-04-30T18:26:03Z</dcterms:created>
  <dcterms:modified xsi:type="dcterms:W3CDTF">2026-04-30T18:48:32Z</dcterms:modified>
</cp:coreProperties>
</file>